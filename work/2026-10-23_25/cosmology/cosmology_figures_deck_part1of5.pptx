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1115568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00" b="1">
                <a:solidFill>
                  <a:srgbClr val="19375F"/>
                </a:solidFill>
                <a:latin typeface="Aptos"/>
              </a:rPr>
              <a:t>Cosmology figures — Part 1 of 5 (by PNG creation order)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11556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464646"/>
                </a:solidFill>
                <a:latin typeface="Aptos"/>
              </a:rPr>
              <a:t>PNG slides 1–79 of 395  |  mtime range: 2026-09-20 20:05:50 CDT – 2026-09-20 20:05:51 CDT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0"/>
            <a:ext cx="111556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464646"/>
                </a:solidFill>
                <a:latin typeface="Aptos"/>
              </a:rPr>
              <a:t>79 PNG image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1/395  figures/density_mass.png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080" y="612648"/>
            <a:ext cx="942983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2/395  figures/geometry.png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423" y="612648"/>
            <a:ext cx="6653153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3/395  figures/Hobs_vs_angle.png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040" y="612648"/>
            <a:ext cx="716591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4/395  figures/kappa_amplitude.png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080" y="612648"/>
            <a:ext cx="942983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5/395  figures/multipoles.png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565" y="612648"/>
            <a:ext cx="8466868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6/395  figures/sky_mollweide.png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972" y="612648"/>
            <a:ext cx="879405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7/395  migkas/debug_red_A.png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640" y="612648"/>
            <a:ext cx="840071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8/395  figures/migkas_r2_vs_rotation.png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82184"/>
            <a:ext cx="11826239" cy="452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9/395  migkas/digitised/fig7_TL_crop.png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393" y="612648"/>
            <a:ext cx="7881213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10/395  density_local_match/scan_pareto_local_density.png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837" y="612648"/>
            <a:ext cx="775432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11/395  migkas/debug_digitized2.png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483" y="612648"/>
            <a:ext cx="4287033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12/395  migkas/debug_digitized4.png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483" y="612648"/>
            <a:ext cx="4287033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13/395  migkas/debug_points.png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483" y="612648"/>
            <a:ext cx="4287033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14/395  migkas/fig6_digitized_sanity.png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730" y="612648"/>
            <a:ext cx="692853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15/395  figures/migkas_fig6_A_model_overlay.png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0" y="612648"/>
            <a:ext cx="1107277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16/395  migkas/debug_digitized.png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483" y="612648"/>
            <a:ext cx="4287033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17/395  migkas/debug_digitized3.png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483" y="612648"/>
            <a:ext cx="4287033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18/395  migkas/digitised/digitisation_check_fig6.png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730" y="612648"/>
            <a:ext cx="692853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19/395  migkas/digitised/digitisation_check_fig7_TL.png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6894"/>
            <a:ext cx="11826239" cy="517397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20/395  figures/migkas_r2_fit_panels.png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822" y="612648"/>
            <a:ext cx="5398355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21/395  migkas/debug_green_A.png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640" y="612648"/>
            <a:ext cx="840071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22/395  migkas/digitised/digitisation_markers_on_page.png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557" y="612648"/>
            <a:ext cx="707288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23/395  figures/model_vs_migkas_schematic.png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923" y="612648"/>
            <a:ext cx="967815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24/395  cone_scan_75/scatter_fig6_vs_cone75_sample_280m20__physics.png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29120"/>
            <a:ext cx="11826239" cy="582952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25/395  fullsky_AB/mollweide_sine_local_density_A_hratio_DIAGNOSTIC.png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035" y="612648"/>
            <a:ext cx="949192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26/395  cone_scan_75/overlay_fig6_cone75_joint_303m27__sine_sheet.png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384" y="612648"/>
            <a:ext cx="917323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27/395  fullsky_AB/mollweide_sine_sheet_B_DIAGNOSTIC.png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035" y="612648"/>
            <a:ext cx="949192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28/395  fullsky_AB/mollweide_sky_B.png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035" y="612648"/>
            <a:ext cx="949192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29/395  cone_scan_75/overlay_fig6_cone75_sample_280m20__sine_sheet.png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384" y="612648"/>
            <a:ext cx="917323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30/395  cone_scan_75/mollweide_cone75_sample_280m20__sine_local_density.png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56" y="612648"/>
            <a:ext cx="9688287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31/395  cone_scan_75/scatter_fig6_vs_cone75_joint_303m27__sine_local_density.png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29120"/>
            <a:ext cx="11826239" cy="582952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32/395  cone_scan_75/mollweide_cone75_joint_303m27__physics.png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56" y="612648"/>
            <a:ext cx="9688287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33/395  cone_scan_75/overlay_fig6_cone75_joint_303m27__sine_local_density.png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384" y="612648"/>
            <a:ext cx="917323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34/395  cone_scan_75/overlay_fig6_cone75_sample_280m20__sine_local_density.png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384" y="612648"/>
            <a:ext cx="917323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35/395  cone_scan_75/scatter_fig6_vs_cone75_joint_303m27__sine_sheet.png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29120"/>
            <a:ext cx="11826239" cy="582952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36/395  cone_scan_75/scatter_fig6_vs_cone75_sample_280m20__sine_sheet.png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29120"/>
            <a:ext cx="11826239" cy="582952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37/395  density_local_match/density_profile_local_match.png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973" y="612648"/>
            <a:ext cx="956005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38/395  map_compare/debug_crop_tr_loose.png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922" y="612648"/>
            <a:ext cx="880215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39/395  map_compare/migkas_theta75_fullpanel.png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204" y="612648"/>
            <a:ext cx="910759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40/395  map_compare/migkas_theta75_with_cbar.png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888" y="612648"/>
            <a:ext cx="9614223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41/395  cone_scan_75/mollweide_cone75_joint_303m27__sine_local_density.png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12" y="612648"/>
            <a:ext cx="9692775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42/395  cone_scan_75/mollweide_cone75_joint_303m27__sine_sheet.png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713" y="612648"/>
            <a:ext cx="9764573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43/395  cone_scan_75/overlay_fig6_cone75_joint_303m27__physics.png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384" y="612648"/>
            <a:ext cx="917323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44/395  cone_scan_75/scatter_fig6_vs_cone75_joint_303m27__physics.png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29120"/>
            <a:ext cx="11826239" cy="582952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45/395  cone_scan_75/scatter_fig6_vs_cone75_sample_280m20__sine_local_density.png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29120"/>
            <a:ext cx="11826239" cy="582952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46/395  density_local_match/level_sets/levelsets_alpha_vs_eps.png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06618"/>
            <a:ext cx="11826239" cy="507453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47/395  density_local_match/migkas_overlay_local_density.png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324" y="612648"/>
            <a:ext cx="776335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48/395  density_local_match/migkas_scatter_local_density.png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35152"/>
            <a:ext cx="11826239" cy="561746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49/395  figures/migkas_r2_letter_panels.png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582" y="612648"/>
            <a:ext cx="7758835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50/395  fullsky_AB/mollweide_AB_model_frame.png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540" y="612648"/>
            <a:ext cx="906691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51/395  fullsky_AB/mollweide_sine_local_density_B_DIAGNOSTIC.png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035" y="612648"/>
            <a:ext cx="949192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52/395  fullsky_AB/mollweide_sine_local_density_DIAGNOSTIC.png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863" y="612648"/>
            <a:ext cx="9110272" cy="606247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53/395  fullsky_AB/mollweide_sky_A_hratio.png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035" y="612648"/>
            <a:ext cx="949192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54/395  fullsky_AB/mollweide_sky_A_invsq.png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125" y="612648"/>
            <a:ext cx="944174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55/395  fullsky_AB/mollweide_sky_frac.png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035" y="612648"/>
            <a:ext cx="949192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56/395  map_compare/CARD_ours_noise_pm01.png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57/395  map_compare/_mig_nocbar_tmp.png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177" y="612648"/>
            <a:ext cx="8423645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58/395  map_compare/migkas_fig8_theta75_crop.png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493" y="612648"/>
            <a:ext cx="8937013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59/395  map_compare/migkas_theta75_only.png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950" y="612648"/>
            <a:ext cx="977009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60/395  map_compare/migkas_theta75_panel_hires.png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595" y="612648"/>
            <a:ext cx="10056809" cy="6062471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61/395  map_compare/ours_cone75_physics_standalone.png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6021"/>
            <a:ext cx="11826239" cy="573572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62/395  map_compare/ours_cone75_sheet_SHARED_SCALE.png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5671"/>
            <a:ext cx="11826239" cy="603642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63/395  cone_scan_75/mollweide_cone75_sample_280m20__sine_sheet.png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713" y="612648"/>
            <a:ext cx="9764573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64/395  density_local_match/level_sets/levelsets_DL_vs_alpha.png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06618"/>
            <a:ext cx="11826239" cy="5074531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65/395  density_local_match/level_sets/levelsets_DL_vs_fu.png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06618"/>
            <a:ext cx="11826239" cy="5074531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66/395  density_local_match/r2_maximize/migkas_best_pair_scatter.png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35152"/>
            <a:ext cx="11826239" cy="5617463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67/395  fullsky_AB/mollweide_sine_sheet_A_hratio_DIAGNOSTIC.png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035" y="612648"/>
            <a:ext cx="949192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68/395  map_compare/_mig_hi_full.png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235" y="612648"/>
            <a:ext cx="9353528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69/395  map_compare/cone_noise_variants.png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837" y="612648"/>
            <a:ext cx="885032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70/395  map_compare/cone_noise_vs_fig6_bars.png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24328"/>
            <a:ext cx="11826239" cy="4639111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71/395  map_compare/debug_crop_tr_mid.png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637" y="612648"/>
            <a:ext cx="912072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72/395  map_compare/ours_cone75_sheet_standalone.png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6021"/>
            <a:ext cx="11826239" cy="573572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73/395  density_local_match/level_sets/levelsets_Amp_vs_phi.png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06618"/>
            <a:ext cx="11826239" cy="5074531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74/395  map_compare/EQUAL_STACK_migkas_vs_ours.png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393" y="612648"/>
            <a:ext cx="4653213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75/395  map_compare/STACK_migkas_mean_noise.png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313" y="612648"/>
            <a:ext cx="309737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76/395  map_compare/sbs_SAME_TYPE_cone75_physics.png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44727"/>
            <a:ext cx="11826239" cy="4198314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77/395  map_compare/sbs_SAME_TYPE_cone75_sheet.png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44727"/>
            <a:ext cx="11826239" cy="4198314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78/395  map_compare/sbs_cone_noise_demo.png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53821"/>
            <a:ext cx="11826239" cy="358012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79/395  map_compare/side_by_side_theta75_rotated.png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09785"/>
            <a:ext cx="11826239" cy="42681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