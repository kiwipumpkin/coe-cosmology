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325880"/>
            <a:ext cx="1115568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00" b="1">
                <a:solidFill>
                  <a:srgbClr val="19375F"/>
                </a:solidFill>
                <a:latin typeface="Aptos"/>
              </a:rPr>
              <a:t>Cosmology figures — Part 5 of 5 (by PNG creation order)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11556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0">
                <a:solidFill>
                  <a:srgbClr val="464646"/>
                </a:solidFill>
                <a:latin typeface="Aptos"/>
              </a:rPr>
              <a:t>PNG slides 317–395 of 395  |  mtime range: 2026-09-20 20:05:52 CDT – 2026-09-21 10:11:44 CDT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0"/>
            <a:ext cx="111556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700" b="0">
                <a:solidFill>
                  <a:srgbClr val="464646"/>
                </a:solidFill>
                <a:latin typeface="Aptos"/>
              </a:rPr>
              <a:t>79 PNG image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317/395  map_compare/amp_mean_param_noise/HIST_overlay_A_migkas_over_model.png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812" y="612648"/>
            <a:ext cx="7012375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318/395  map_compare/amp_mean_param_noise/ideal_levelsets_L_grid_no_smallestL.png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609" y="612648"/>
            <a:ext cx="72607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319/395  map_compare/amp_mean_param_noise/ideal_levelsets_eta.png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15482"/>
            <a:ext cx="11826239" cy="58568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320/395  map_compare/amp_mean_param_noise/ideal_rotation_3x3x5_R2_ranked.png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62" y="612648"/>
            <a:ext cx="4317875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321/395  map_compare/amp_mean_param_noise/rotation_levelsets_Amp.png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87324"/>
            <a:ext cx="11826239" cy="59131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322/395  map_compare/amp_mean_param_noise/A_vs_angle_ideal_collapse.png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707" y="612648"/>
            <a:ext cx="813258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323/395  map_compare/amp_mean_param_noise/A_vs_angle_integral_matched_to_bolton.png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707" y="612648"/>
            <a:ext cx="813258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324/395  map_compare/amp_mean_param_noise/A_vs_angle_levelsets_d_over_D.png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04" y="612648"/>
            <a:ext cx="1149779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325/395  map_compare/amp_mean_param_noise/A_vs_angle_levelsets_mass.png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33" y="612648"/>
            <a:ext cx="1111453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326/395  map_compare/amp_mean_param_noise/A_vs_angle_smooth_model_with_kick.png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050" y="612648"/>
            <a:ext cx="833589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327/395  map_compare/amp_mean_param_noise/HIST_A_vs_ell_fig6.png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75" y="612648"/>
            <a:ext cx="1091244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328/395  map_compare/amp_mean_param_noise/HIST_migkas_measured_peaks_gaps.png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33" y="612648"/>
            <a:ext cx="1111453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329/395  map_compare/amp_mean_param_noise/HIST_smooth_ampmean_alone.png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9" y="612648"/>
            <a:ext cx="1165860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330/395  map_compare/amp_mean_param_noise/best_model_minima_check.png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63614"/>
            <a:ext cx="11826239" cy="51605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331/395  map_compare/amp_mean_param_noise/ideal_levelsets_Amp.png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15482"/>
            <a:ext cx="11826239" cy="58568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332/395  map_compare/amp_mean_param_noise/ideal_levelsets_d_over_D.png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15482"/>
            <a:ext cx="11826239" cy="58568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333/395  map_compare/amp_mean_param_noise/ideal_levelsets_mass.png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15482"/>
            <a:ext cx="11826239" cy="58568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334/395  map_compare/amp_mean_param_noise/rotation_levelsets_phi.png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87324"/>
            <a:ext cx="11826239" cy="591311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335/395  map_compare/amp_mean_param_noise/ideal_levelsets_L_grid_M3-4_d02-08.png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609" y="612648"/>
            <a:ext cx="72607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336/395  map_compare/amp_mean_param_noise/ideal_levelsets_L_grid_no_highestL.png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609" y="612648"/>
            <a:ext cx="72607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337/395  map_compare/amp_mean_param_noise/ideal_levelsets_L_grid_rotation_Lmin015.png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609" y="612648"/>
            <a:ext cx="72607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338/395  map_compare/amp_mean_param_noise/ideal_levelsets_L_grid_rotation_d25-75.png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609" y="612648"/>
            <a:ext cx="72607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339/395  map_compare/amp_mean_param_noise/ideal_levelsets_L_grid_rotation_dmax07.png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609" y="612648"/>
            <a:ext cx="72607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340/395  map_compare/amp_mean_param_noise/ideal_levelsets_L_grid_with_rotation.png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609" y="612648"/>
            <a:ext cx="72607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341/395  map_compare/amp_mean_param_noise/kick_levelsets_L_grid_M3-4_d02-08.png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609" y="612648"/>
            <a:ext cx="726078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342/395  map_compare/cone_thetas/GRID_4x4_cone_thetas.png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883" y="612648"/>
            <a:ext cx="919823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343/395  drive_upload_payloads/papers/stage_setting_2026-09-20/figures/residual_after_2ell.png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87324"/>
            <a:ext cx="11826239" cy="591311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344/395  drive_upload_payloads/papers/stage_setting_2026-09-20/figures/residual_after_rotation.png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87324"/>
            <a:ext cx="11826239" cy="591311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345/395  map_compare/amp_mean_param_noise/coe_axis_3d_fit_R2_sky.png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1359"/>
            <a:ext cx="11826239" cy="49250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346/395  drive_upload_payloads/papers/stage_setting_2026-09-20/figures/residual_before_rotation.png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87324"/>
            <a:ext cx="11826239" cy="591311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347/395  map_compare/amp_mean_param_noise/A_overlay_ideal_rotation_2ell.png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33022"/>
            <a:ext cx="11826239" cy="542172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348/395  map_compare/amp_mean_param_noise/B_overlay_ideal_rotation_2ell.png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93793"/>
            <a:ext cx="11826239" cy="570018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349/395  drive_upload_payloads/papers/gr_ch2_ltb_2026-09-20/figures/toy_density_H_profile.png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39504"/>
            <a:ext cx="11826239" cy="50087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350/395  drive_upload_payloads/papers/gr_ch2_ltb_2026-09-20/figures/cmb_dipole_vs_offset.png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145" y="612648"/>
            <a:ext cx="9093708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351/395  drive_upload_payloads/papers/st_coe_synthesis_2026-09-19/figures/A_vs_angle_ideal_collapse.png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99055"/>
            <a:ext cx="11826239" cy="568965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352/395  drive_upload_payloads/papers/stage_setting_2026-09-20/figures/mollweide_amp_sin_coe_axis.png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03" y="612648"/>
            <a:ext cx="11711593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353/395  figures/coe_geometry_cmb_dipole_schematic.png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387" y="612648"/>
            <a:ext cx="896722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354/395  figures/three_scenarios_angles_labeled.png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91523"/>
            <a:ext cx="11826239" cy="450472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355/395  map_compare/amp_mean_param_noise/AB_overlay_ideal_rotation_2ell.png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102" y="612648"/>
            <a:ext cx="7429795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356/395  map_compare/amp_mean_param_noise/best_B_vs_angle_with_associated_A.png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029" y="612648"/>
            <a:ext cx="785994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357/395  map_compare/amp_mean_param_noise/best_fit_residual_vs_angle.png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050" y="612648"/>
            <a:ext cx="833589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358/395  drive_upload_payloads/papers/gr_ch2_ltb_2026-09-20/figures/A_vs_ell_toy_ltb.png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2" y="612648"/>
            <a:ext cx="10807015" cy="606247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359/395  map_compare/amp_mean_param_noise/best_A_vs_angle_with_associated_B.png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029" y="612648"/>
            <a:ext cx="785994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360/395  map_compare/amp_mean_param_noise/rotation_Amp_phi_R2_ranked.png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076" y="612648"/>
            <a:ext cx="7495847" cy="6062471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361/395  figures/concentric_shift_r_over_2.png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663" y="612648"/>
            <a:ext cx="6302673" cy="6062471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362/395  figures/four_scenarios_R4r_shift2r.png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660" y="612648"/>
            <a:ext cx="5822678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363/395  figures/two_concentric_8_radial.png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763" y="612648"/>
            <a:ext cx="606247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364/395  map_compare/amp_mean_param_noise/A_vs_angle_ideal_integration_sheet_AF.png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87324"/>
            <a:ext cx="11826239" cy="591311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365/395  map_compare/amp_mean_param_noise/B_vs_angle_migkas_fig6.png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33022"/>
            <a:ext cx="11826239" cy="542172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366/395  map_compare/amp_mean_param_noise/dipole_vs_quadrupole_examples.png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071" y="612648"/>
            <a:ext cx="6973856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367/395  map_compare/amp_mean_param_noise/ideal_rotation_3x3x5_top_curves.png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48591"/>
            <a:ext cx="11826239" cy="559058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368/395  map_compare/amp_mean_param_noise/rotation_Amp_phi_AB_shared_heatmaps.png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53009"/>
            <a:ext cx="11826239" cy="498174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369/395  map_compare/amp_mean_param_noise/rotation_Amp_phi_B_top_curves.png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54565"/>
            <a:ext cx="11826239" cy="597863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370/395  figures/cmb_dipole_estimate_coe_geometry.png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78130"/>
            <a:ext cx="11826239" cy="493150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371/395  figures/concentric_scenario2_meet_inner_center.png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486" y="612648"/>
            <a:ext cx="6233027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372/395  figures/concentric_scenario2_retarget_inner.png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374" y="612648"/>
            <a:ext cx="623925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373/395  figures/ray_numbering_sc012.png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74" y="612648"/>
            <a:ext cx="1174485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374/395  map_compare/amp_mean_param_noise/R2_top5_A_B_tables.png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58088"/>
            <a:ext cx="11826239" cy="397159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375/395  map_compare/amp_mean_param_noise/best_A_vs_angle_with_associated_B_2ell.png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844" y="612648"/>
            <a:ext cx="763231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376/395  map_compare/amp_mean_param_noise/best_B_vs_angle_with_associated_A_2ell.png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844" y="612648"/>
            <a:ext cx="763231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377/395  map_compare/amp_mean_param_noise/coe_axis_3d_b_locked.png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98106"/>
            <a:ext cx="11826239" cy="4691556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378/395  map_compare/amp_mean_param_noise/geometry_CoE_observer.png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662" y="612648"/>
            <a:ext cx="8660674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379/395  figures/four_scenarios_overview.png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673" y="612648"/>
            <a:ext cx="581665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380/395  figures/hubble_from_coe_relative_velocity.png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30881"/>
            <a:ext cx="11826239" cy="602600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381/395  figures/photon_hits_per_arc_vs_angle.png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383" y="612648"/>
            <a:ext cx="7375232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382/395  figures/scenarios_024_R4r_shift2r.png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17849"/>
            <a:ext cx="11826239" cy="425207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383/395  map_compare/amp_mean_param_noise/AB_vs_angle_migkas_fig6.png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995" y="612648"/>
            <a:ext cx="845000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384/395  map_compare/amp_mean_param_noise/A_vs_angle_ideal_plus_chris_rotation.png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87324"/>
            <a:ext cx="11826239" cy="5913119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385/395  map_compare/amp_mean_param_noise/R2_table_best_A_B_with_heatmaps.png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446" y="612648"/>
            <a:ext cx="7645107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386/395  map_compare/amp_mean_param_noise/best_A_vs_angle_with_associated_B_2ell_fromB.png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844" y="612648"/>
            <a:ext cx="763231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387/395  map_compare/amp_mean_param_noise/best_B_vs_angle_with_associated_A_2ell_fromB.png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844" y="612648"/>
            <a:ext cx="7632311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388/395  map_compare/amp_mean_param_noise/rotation_Amp_phi_B_R2_ranked.png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127" y="612648"/>
            <a:ext cx="9569745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389/395  map_compare/amp_mean_param_noise/rotation_Amp_phi_top_curves.png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48591"/>
            <a:ext cx="11826239" cy="559058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390/395  drive_upload_payloads/papers/stage_setting_2026-09-20/figures/best_fit_with_2ell_multiplier.png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050" y="612648"/>
            <a:ext cx="8335899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391/395  figures/coe_shell_behind_projects_as_ring.png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02596"/>
            <a:ext cx="11826239" cy="5882576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392/395  figures/coe_shell_with_vs_without.png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739" y="612648"/>
            <a:ext cx="7958520" cy="6062472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393/395  map_compare/amp_mean_param_noise/best_fit_with_2ell_multiplier.png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727" y="612648"/>
            <a:ext cx="7822544" cy="6062471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394/395  figures/A_vs_angle_with_residuals_2ell.png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727" y="612648"/>
            <a:ext cx="7822544" cy="6062471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" y="91440"/>
            <a:ext cx="1179576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232323"/>
                </a:solidFill>
                <a:latin typeface="Aptos"/>
              </a:rPr>
              <a:t>395/395  figures/A_vs_angle_after_2ell_with_residuals.png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727" y="612648"/>
            <a:ext cx="7822544" cy="6062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