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1115568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19375F"/>
                </a:solidFill>
                <a:latin typeface="Aptos"/>
              </a:rPr>
              <a:t>Cosmology figures — Part 4 of 5 (by PNG creation order)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11556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464646"/>
                </a:solidFill>
                <a:latin typeface="Aptos"/>
              </a:rPr>
              <a:t>PNG slides 238–316 of 395  |  mtime range: 2026-09-20 20:05:52 CDT – 2026-09-20 20:05:52 CDT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0"/>
            <a:ext cx="111556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464646"/>
                </a:solidFill>
                <a:latin typeface="Aptos"/>
              </a:rPr>
              <a:t>79 PNG image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238/395  map_compare/amp_mean_param_noise/CARD_primary_dist_d01_invsq.png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239/395  map_compare/amp_mean_param_noise/HIST_A_features_fix.png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959" y="612648"/>
            <a:ext cx="67360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240/395  map_compare/amp_mean_param_noise/HIST_A_migkas_smooth_both_percentiles.png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39" y="612648"/>
            <a:ext cx="1010412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241/395  map_compare/amp_mean_param_noise/HIST_A_migkas_smooth_mixture_both_logy.png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39" y="612648"/>
            <a:ext cx="1010412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242/395  map_compare/amp_mean_param_noise/HIST_migkas_fine_three_peaks.png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87324"/>
            <a:ext cx="11826239" cy="59131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243/395  map_compare/amp_mean_param_noise/STRIP_ampmean_baseline_vel_dist_both.png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68315"/>
            <a:ext cx="11826239" cy="33511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244/395  map_compare/amp_mean_param_noise/STRIP_base_vel_dist_both.png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68315"/>
            <a:ext cx="11826239" cy="33511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245/395  map_compare/cone_param_noise/CARD_cone75_native_vel_radial_s05_invsq.png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246/395  map_compare/cone_thetas/cards/theta45_sheet_invsq.png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612648"/>
            <a:ext cx="93268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247/395  map_compare/cone_thetas/cards/theta90_sheet_invsq.png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612648"/>
            <a:ext cx="93268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248/395  map_compare/cone_thetas/patchwork16/CARD_patchwork16_draw4_seed23.png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249/395  map_compare/cone_thetas/patchwork16/CARD_sources16_draw3_seed22.png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250/395  map_compare/cone_thetas/patchwork16/GRID_sources16_4draws.png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929" y="612648"/>
            <a:ext cx="881814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251/395  map_compare/cone_thetas/patchwork_sheet4/CARD_sheet4_sources_draw4_seed33.png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252/395  map_compare/levelset_maps/CARD_amp_family_MEAN.png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253/395  map_compare/levelset_maps/GRID_patchwork_4draws_ALL_MARKERS.png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069" y="612648"/>
            <a:ext cx="863386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254/395  map_compare/migkas_fig8_full.png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493" y="612648"/>
            <a:ext cx="893701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255/395  migkas/pub_maps/Fig10_11_subsamples.png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165" y="612648"/>
            <a:ext cx="6317668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256/395  migkas/pub_maps/Fig9_significance_all_theta.png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908" y="612648"/>
            <a:ext cx="8010183" cy="60624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257/395  map_compare/amp_mean_param_noise/CARD_base_vel_invsq.png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258/395  map_compare/amp_mean_param_noise/HIST_A_migkas_smooth_mixture_both.png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39" y="612648"/>
            <a:ext cx="1010412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259/395  map_compare/amp_mean_param_noise/HIST_migkas_peaks_gaps_table.png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41442"/>
            <a:ext cx="11826239" cy="420488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260/395  map_compare/cone_thetas/cards/theta75_sheet_hratio.png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612648"/>
            <a:ext cx="93268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261/395  map_compare/cone_thetas/patchwork16/CARD_sources16_draw2_seed21.png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262/395  map_compare/amp_mean_param_noise/HIST_migkas_logy_identify_peaks_gap_clean.png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31" y="612648"/>
            <a:ext cx="10452537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263/395  figures/migkas_sheet_scatter_amp006.png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32729"/>
            <a:ext cx="11826239" cy="562231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264/395  map_compare/amp_mean_param_noise/CARD_mild_vel_invsq.png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265/395  map_compare/cone_thetas/GRID_ours_like_fig8_sheet_invsq.png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915" y="612648"/>
            <a:ext cx="893416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266/395  migkas/pub_maps/Fig1_cluster_sky.png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408" y="612648"/>
            <a:ext cx="898918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267/395  migkas/pub_maps/Fig20_page_region.png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935" y="612648"/>
            <a:ext cx="825612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268/395  migkas/pub_maps/Fig22_ACC_XCS_H0.png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531" y="612648"/>
            <a:ext cx="7784936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269/395  map_compare/amp_mean_param_noise/CARD_primary_both_d01_invsq.png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270/395  map_compare/amp_mean_param_noise/HIST_A_migkas_smooth_both.png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39" y="612648"/>
            <a:ext cx="1010412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271/395  map_compare/amp_mean_param_noise/HIST_A_migkas_smooth_both_logy.png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39" y="612648"/>
            <a:ext cx="1010412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272/395  map_compare/amp_mean_param_noise/HIST_migkas_logy_three_peaks.png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61" y="612648"/>
            <a:ext cx="11022676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273/395  map_compare/amp_mean_param_noise/STRIP_ladder_baseline_vel_dist20_both.png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68315"/>
            <a:ext cx="11826239" cy="335113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274/395  map_compare/amp_mean_param_noise/STRIP_mild_baseline_vel_dist03_both.png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68315"/>
            <a:ext cx="11826239" cy="335113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275/395  map_compare/amp_mean_param_noise/STRIP_mild_dist_02_03_05.png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12197"/>
            <a:ext cx="11826239" cy="406337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276/395  map_compare/cone_param_noise/GRID_conenative_vs_angle_invsq.png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15161"/>
            <a:ext cx="11826239" cy="425744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277/395  map_compare/cone_param_noise/STRIP_angle_baseline_vel_dist_both_invsq.png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560708"/>
            <a:ext cx="11826239" cy="216635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278/395  map_compare/cone_param_noise/STRIP_conenative_baseline_vel_dist_both_invsq.png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560708"/>
            <a:ext cx="11826239" cy="216635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279/395  map_compare/cone_thetas/patchwork16/CARD_patchwork16_draw1_seed20.png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280/395  map_compare/cone_thetas/patchwork16/CARD_sources16_draw1_seed20.png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281/395  map_compare/cone_thetas/patchwork_sheet4/CARD_sheet4_draw1_seed30.png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282/395  map_compare/cone_thetas/patchwork_sheet4/CARD_sheet4_sources_draw1_seed30.png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283/395  map_compare/cone_thetas/patchwork_sheet4/GRID_sheet4_4draws.png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929" y="612648"/>
            <a:ext cx="881814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284/395  map_compare/cone_thetas/patchwork16/GRID_patchwork16_4draws.png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929" y="612648"/>
            <a:ext cx="881814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285/395  figures/expand_vs_collapse_vs_migkas.png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714" y="612648"/>
            <a:ext cx="8134570" cy="606247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286/395  map_compare/amp_mean_param_noise/STRIP_ladder_dist_10_20_25.png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12197"/>
            <a:ext cx="11826239" cy="406337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287/395  map_compare/amp_mean_param_noise/STRIP_primary_latest.png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68315"/>
            <a:ext cx="11826239" cy="335113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288/395  map_compare/amp_mean_param_noise/HIST_vs_Cl_migkas.png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0084"/>
            <a:ext cx="11826239" cy="492759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289/395  map_compare/amp_mean_param_noise/A_vs_angle_levelsets_d_over_D_nosmooth.png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04" y="612648"/>
            <a:ext cx="1149779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290/395  map_compare/amp_mean_param_noise/ideal_fit_M_d_D_L_migkas.png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87324"/>
            <a:ext cx="11826239" cy="591311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291/395  map_compare/amp_mean_param_noise/HIST_migkas_logy_identify_peaks_gap.png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31" y="612648"/>
            <a:ext cx="10452537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292/395  map_compare/amp_mean_param_noise/kick_levelsets_L_M35_d05.png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87324"/>
            <a:ext cx="11826239" cy="5913119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293/395  map_compare/amp_mean_param_noise/Cl_A_migkas_smooth_both.png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954" y="612648"/>
            <a:ext cx="757809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294/395  map_compare/amp_mean_param_noise/HIST_migkas_logy_quadrants_stacked.png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909" y="612648"/>
            <a:ext cx="97781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295/395  map_compare/amp_mean_param_noise/HIST_migkas_logy_NS_LR_stacked.png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763" y="612648"/>
            <a:ext cx="606247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296/395  map_compare/amp_mean_param_noise/A_vs_angle_ideal_collapse_only.png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48591"/>
            <a:ext cx="11826239" cy="559058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297/395  map_compare/amp_mean_param_noise/A_vs_angle_smooth_kick_sheet_AF_hratio.png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41080"/>
            <a:ext cx="11826239" cy="580560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298/395  map_compare/amp_mean_param_noise/HIST_A_migkas_smooth_both_logy_gap.png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39" y="612648"/>
            <a:ext cx="1010412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299/395  map_compare/amp_mean_param_noise/A_vs_angle_clean.png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48591"/>
            <a:ext cx="11826239" cy="559058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300/395  map_compare/amp_mean_param_noise/A_vs_angle_gap_band.png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48591"/>
            <a:ext cx="11826239" cy="559058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301/395  map_compare/amp_mean_param_noise/HIST_fig6_over_smooth_stacked.png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812" y="612648"/>
            <a:ext cx="7012375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302/395  map_compare/amp_mean_param_noise/HIST_levelset_amp_family_stacked.png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487" y="612648"/>
            <a:ext cx="631302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303/395  map_compare/amp_mean_param_noise/HIST_migkas_logy_1d_gap.png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61" y="612648"/>
            <a:ext cx="11022676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304/395  map_compare/amp_mean_param_noise/HIST_migkas_logy_peaks_and_gap.png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31" y="612648"/>
            <a:ext cx="10452537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305/395  map_compare/amp_mean_param_noise/u_radial_integral_matched_to_bolton.png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32" y="612648"/>
            <a:ext cx="11367135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306/395  map_compare/amp_mean_param_noise/A_vs_angle_levelsets_d_over_D_to_999.png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00" y="612648"/>
            <a:ext cx="10755998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307/395  map_compare/amp_mean_param_noise/HIST_levelset_phi_family_stacked.png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285" y="612648"/>
            <a:ext cx="5483428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308/395  map_compare/amp_mean_param_noise/ideal_levelsets_L_M35_d05.png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87324"/>
            <a:ext cx="11826239" cy="5913119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309/395  map_compare/amp_mean_param_noise/ideal_levelsets_fu.png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15482"/>
            <a:ext cx="11826239" cy="5856804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310/395  map_compare/amp_mean_param_noise/ideal_levelsets_phi.png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15482"/>
            <a:ext cx="11826239" cy="5856804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311/395  map_compare/amp_mean_param_noise/ideal_levelsets_x_DL.png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15482"/>
            <a:ext cx="11826239" cy="5856804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312/395  map_compare/amp_mean_param_noise/A_vs_angle_ideal_integration.png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050" y="612648"/>
            <a:ext cx="833589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313/395  map_compare/amp_mean_param_noise/A_vs_angle_levelsets_d_over_D_six.png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33569"/>
            <a:ext cx="11826239" cy="602063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314/395  map_compare/amp_mean_param_noise/A_vs_angle_smooth_kick_ONLY.png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48591"/>
            <a:ext cx="11826239" cy="559058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315/395  map_compare/amp_mean_param_noise/HIST_migkas_logy_NS_only.png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61" y="612648"/>
            <a:ext cx="11022676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316/395  map_compare/amp_mean_param_noise/HIST_migkas_logy_N_and_S_separate_stacked.png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312" y="612648"/>
            <a:ext cx="7385374" cy="6062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