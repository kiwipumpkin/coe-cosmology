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19375F"/>
                </a:solidFill>
                <a:latin typeface="Aptos"/>
              </a:rPr>
              <a:t>Cosmology figures — Part 2 of 5 (by PNG creation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ptos"/>
              </a:rPr>
              <a:t>PNG slides 80–158 of 395  |  mtime range: 2026-09-20 20:05:51 CDT – 2026-09-20 20:05:52 CDT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464646"/>
                </a:solidFill>
                <a:latin typeface="Aptos"/>
              </a:rPr>
              <a:t>79 PNG image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80/395  map_compare/side_by_side_migkas_vs_ours.png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12" y="612648"/>
            <a:ext cx="848437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81/395  fullsky_AB/mollweide_AB_sky_frame.png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68" y="612648"/>
            <a:ext cx="907926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82/395  map_compare/levelset_maps/map_09_patchwork_draw1_seed10_OWN_EXTREMA.png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83/395  map_compare/levelset_maps/map_09_patchwork_draw2_seed11_OWN_EXTREMA.png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84/395  fullsky_AB/mollweide_sine_sheet_DIAGNOSTIC.png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63" y="612648"/>
            <a:ext cx="9110272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85/395  figures/expand_vs_collapse_A_migkas.png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86/395  density_local_match/density_profile_local_match_logy.png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922" y="612648"/>
            <a:ext cx="930815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87/395  figures/migkas_fig6_model_overlay.png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13" y="612648"/>
            <a:ext cx="679237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88/395  cone_scan_75/overlay_fig6_cone75_sample_280m20__physics.png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84" y="612648"/>
            <a:ext cx="917323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89/395  map_compare/migkas_p12-12.png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089" y="612648"/>
            <a:ext cx="428782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90/395  figures/levelset_curves/levelsets_curves_amp.png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02" y="612648"/>
            <a:ext cx="756519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91/395  figures/levelset_curves/levelsets_curves_phi.png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02" y="612648"/>
            <a:ext cx="756519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92/395  figures/levelset_curves/levelsets_curves_summary.png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167" y="612648"/>
            <a:ext cx="800566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93/395  map_compare/levelset_maps/map_08_amp_p007_phi213_local.png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94/395  map_compare/levelset_maps/map_02_amp_p003_phi035.png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95/395  map_compare/levelset_maps/map_04_amp_p006_phi035.png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96/395  map_compare/levelset_maps/map_03_amp_m003_phi035.png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97/395  cone_scan_75/mollweide_cone75_sample_280m20__physics.png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6" y="612648"/>
            <a:ext cx="968828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98/395  map_compare/levelset_maps/map_09_patchwork_draw3_seed12_MAXES.png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99/395  map_compare/levelset_maps/map_09_patchwork_draw3_seed12_EXTREMA.png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100/395  map_compare/levelset_maps/map_11_peak_alpha_eps.png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101/395  migkas/pub_maps/early-05.png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102/395  density_local_match/migkas_best_pair.png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324" y="612648"/>
            <a:ext cx="776335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103/395  map_compare/levelset_maps/GRID_profile_peaks.png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07" y="612648"/>
            <a:ext cx="1033238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104/395  map_compare/levelset_maps/map_09_patchwork_draw2_seed11_ALL_MARKERS.png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105/395  map_compare/sbs_SHARED_SCALE_both_mollweide.png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39903"/>
            <a:ext cx="11826239" cy="440796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106/395  density_local_match/migkas_best_B_only.png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324" y="612648"/>
            <a:ext cx="776335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107/395  map_compare/CARD_migkas.png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108/395  map_compare/CARD_ours.png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109/395  map_compare/FULL_ours_cone75_sheet.png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37" y="612648"/>
            <a:ext cx="1058092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110/395  map_compare/levelset_maps/map_01_amp0_physics.png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111/395  map_compare/levelset_maps/map_05_amp_m006_phi035_sheet.png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112/395  map_compare/levelset_maps/map_06_amp_p010_phi035.png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113/395  map_compare/levelset_maps/map_07_amp_m010_phi035.png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114/395  map_compare/levelset_maps/map_09_patchwork_draw1_seed10_ALL_MARKERS.png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115/395  map_compare/levelset_maps/map_09_patchwork_draw1_seed10_MAXES.png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116/395  map_compare/levelset_maps/map_09_patchwork_draw2_seed11_MAXES.png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117/395  map_compare/levelset_maps/map_09_patchwork_draw4_seed13_ALL_MARKERS.png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118/395  map_compare/levelset_maps/map_10_peak_DL_fu.png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119/395  map_compare/levelset_maps/map_12_peak_DL_alpha.png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120/395  migkas/pub_maps/Fig8_A_cones_all_theta.png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27" y="612648"/>
            <a:ext cx="860814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121/395  migkas/pub_maps/p-21.png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112" y="612648"/>
            <a:ext cx="428777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122/395  density_local_match/level_sets/levelsets_summary.png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14" y="612648"/>
            <a:ext cx="752677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123/395  map_compare/cone_param_noise/STRIP_baseline_vel_dist_both_invsq.png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60708"/>
            <a:ext cx="11826239" cy="216635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124/395  map_compare/levelset_maps/GRID_amp_family.png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42" y="612648"/>
            <a:ext cx="10169914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125/395  map_compare/levelset_maps/map_09_patchwork_draw1_seed10_EXTREMA.png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126/395  map_compare/levelset_maps/map_09_patchwork_draw3_seed12_ALL_MARKERS.png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127/395  map_compare/levelset_maps/map_09_patchwork_draw3_seed12_OWN_EXTREMA.png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128/395  map_compare/levelset_maps/map_09_patchwork_draw4_seed13_EXTREMA.png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129/395  map_compare/levelset_maps/map_09_patchwork_draw4_seed13_MAXES.png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130/395  map_compare/levelset_maps/map_09_patchwork_draw4_seed13_OWN_EXTREMA.png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131/395  map_compare/levelset_maps/map_09_peak_baseline_rec.png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132/395  migkas/pub_maps/Fig21_H0_map.png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613" y="612648"/>
            <a:ext cx="757477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133/395  migkas/pub_maps/Fig21_page_region.png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35" y="612648"/>
            <a:ext cx="82561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134/395  migkas/pub_maps/h0-24.png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135/395  map_compare/cone_param_noise/CARD_cone75_angle_vel_dist_combined_invsq.png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136/395  map_compare/migkas_fig8_uncropped.png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17" y="612648"/>
            <a:ext cx="903736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137/395  map_compare/surface_R2_scatter.png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2" y="612648"/>
            <a:ext cx="547055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138/395  map_compare/cone_param_noise/CARD_cone75_angle_baseline_invsq.png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139/395  map_compare/cone_thetas/cards/theta45_phys_hratio.png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140/395  map_compare/cone_thetas/cards/theta75_phys_hratio.png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141/395  migkas/pub_maps/early-03.png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142/395  migkas/pub_maps/p-12.png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112" y="612648"/>
            <a:ext cx="428777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143/395  migkas/pub_maps/p-13.png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112" y="612648"/>
            <a:ext cx="428777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144/395  migkas/pub_maps/p-14.png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145/395  migkas/pub_maps/p-23.png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112" y="612648"/>
            <a:ext cx="428777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146/395  map_compare/FULL_migkas_theta75.png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46" y="612648"/>
            <a:ext cx="8849506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147/395  map_compare/STACKED_migkas_vs_ours.png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532" y="612648"/>
            <a:ext cx="508693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148/395  map_compare/cone_param_noise/CARD_cone75_angle_dist_s15_invsq.png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149/395  map_compare/cone_param_noise/CARD_cone75_angle_vel_radial_s05_invsq.png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150/395  map_compare/levelset_maps/map_09_patchwork_draw2_seed11_EXTREMA.png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151/395  migkas/pub_maps/h0-23.png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152/395  migkas/pub_maps/p-15.png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153/395  migkas/pub_maps/p-22.png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112" y="612648"/>
            <a:ext cx="428777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154/395  map_compare/cone_thetas/cards/theta45_sheet_hratio.png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155/395  map_compare/cone_thetas/cards/theta60_phys_invsq.png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156/395  map_compare/cone_thetas/cards/theta60_sheet_hratio.png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157/395  map_compare/cone_thetas/cards/theta75_sheet_invsq.png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158/395  migkas/pub_maps/p-16.png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