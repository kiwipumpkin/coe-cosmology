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1115568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19375F"/>
                </a:solidFill>
                <a:latin typeface="Aptos"/>
              </a:rPr>
              <a:t>Cosmology figures — Part 3 of 5 (by PNG creation order)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11556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464646"/>
                </a:solidFill>
                <a:latin typeface="Aptos"/>
              </a:rPr>
              <a:t>PNG slides 159–237 of 395  |  mtime range: 2026-09-20 20:05:52 CDT – 2026-09-20 20:05:52 CDT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0"/>
            <a:ext cx="111556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464646"/>
                </a:solidFill>
                <a:latin typeface="Aptos"/>
              </a:rPr>
              <a:t>79 PNG image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159/395  map_compare/cone_thetas/cards/theta75_phys_invsq.png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160/395  map_compare/01_physics_invsq_A_over_Ai.png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60027"/>
            <a:ext cx="11826239" cy="57677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161/395  map_compare/02_sheet_rotated_invsq_A_over_Ai.png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60027"/>
            <a:ext cx="11826239" cy="57677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162/395  map_compare/03_physics_hratio_A_over_Ai.png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60027"/>
            <a:ext cx="11826239" cy="5767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163/395  density_local_match/migkas_best_A_only.png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324" y="612648"/>
            <a:ext cx="776335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164/395  map_compare/04_sheet_rotated_hratio_A_over_Ai.png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60027"/>
            <a:ext cx="11826239" cy="57677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165/395  map_compare/CARD_ours_noise_fig6var.png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166/395  map_compare/cone_noise_matched_vs_fig6.png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16737"/>
            <a:ext cx="11826239" cy="46542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167/395  map_compare/ours_cone75_sheet_CORRECT_COORDS.png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06" y="612648"/>
            <a:ext cx="11142387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168/395  map_compare/surface_R2_ours_vs_migkas.png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80699"/>
            <a:ext cx="11826239" cy="35263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169/395  migkas/pub_maps/sky-04.png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607" y="612648"/>
            <a:ext cx="428478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170/395  map_compare/cone_thetas/cards/theta60_sheet_invsq.png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171/395  map_compare/cone_thetas/cards/theta90_phys_hratio.png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172/395  map_compare/levelset_maps/GRID_patchwork_4draws.png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816" y="612648"/>
            <a:ext cx="8928367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173/395  map_compare/levelset_maps/map_09_patchwork_draw1_seed10.png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174/395  map_compare/levelset_maps/map_09_patchwork_draw2_seed11.png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175/395  map_compare/levelset_maps/map_09_patchwork_draw3_seed12.png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176/395  map_compare/levelset_maps/map_09_patchwork_draw4_seed13.png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177/395  map_compare/levelset_maps/map_09_patchwork_random.png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178/395  map_compare/sbs_migkas75_vs_physics_invsq.png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04962"/>
            <a:ext cx="11826239" cy="44778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179/395  map_compare/sbs_migkas75_vs_sheet_hratio.png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04962"/>
            <a:ext cx="11826239" cy="44778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180/395  map_compare/sbs_migkas75_vs_sheet_invsq.png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04962"/>
            <a:ext cx="11826239" cy="44778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181/395  map_compare/side_by_side_A_over_Ai.png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03378"/>
            <a:ext cx="11826239" cy="48810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182/395  map_compare/all_our_maps_A_over_Ai.png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379" y="612648"/>
            <a:ext cx="917924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183/395  map_compare/cone_thetas/cards/theta90_sheet_hratio.png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184/395  map_compare/levelset_maps/GRID_patchwork_4draws_EXTREMA.png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352" y="612648"/>
            <a:ext cx="884129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185/395  map_compare/levelset_maps/GRID_patchwork_4draws_MAXES.png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015" y="612648"/>
            <a:ext cx="8887968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186/395  map_compare/levelset_maps/GRID_patchwork_4draws_OWN_EXTREMA.png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147" y="612648"/>
            <a:ext cx="862770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187/395  map_compare/levelset_maps/map_09_patchwork_sources.png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188/395  map_compare/sbs_SAME_COORDS_cone75_sheet.png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01722"/>
            <a:ext cx="11826239" cy="428432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189/395  map_compare/sbs_SHARED_SCALE_FIXED.png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67333"/>
            <a:ext cx="11826239" cy="455310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190/395  map_compare/sbs_SHARED_SCALE_cone75_sheet.png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50654"/>
            <a:ext cx="11826239" cy="438645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191/395  map_compare/sbs_migkas75_vs_physics_hratio.png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04962"/>
            <a:ext cx="11826239" cy="447784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192/395  map_compare/side_by_side_directions.png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41007"/>
            <a:ext cx="11826239" cy="480575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193/395  map_compare/side_by_side_full_fig8.png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5550"/>
            <a:ext cx="11826239" cy="517666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194/395  figures/expand_vs_collapse_shapes.png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060" y="612648"/>
            <a:ext cx="860787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195/395  map_compare/cone_param_noise/CARD_cone75_native_vel_radial_s10_invsq.png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196/395  map_compare/amp_mean_param_noise/CARD_ampmean_both_minus_baseline.png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197/395  map_compare/amp_mean_param_noise/CARD_ampmean_vel_invsq.png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198/395  map_compare/amp_mean_param_noise/CARD_base_baseline_invsq.png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199/395  map_compare/amp_mean_param_noise/CARD_ladder_both_d20_invsq.png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200/395  map_compare/amp_mean_param_noise/CARD_ladder_dist_d10_invsq.png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201/395  map_compare/amp_mean_param_noise/CARD_ladder_dist_d20_invsq.png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202/395  map_compare/amp_mean_param_noise/CARD_ladder_dist_d25_invsq.png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203/395  map_compare/amp_mean_param_noise/CARD_mild_both_d03_invsq.png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204/395  map_compare/amp_mean_param_noise/CARD_primary_dist_d02_invsq.png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205/395  map_compare/amp_mean_param_noise/CARD_primary_vel_invsq.png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206/395  map_compare/cone_param_noise/CARD_cone75_native_baseline_invsq.png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207/395  map_compare/cone_param_noise/CARD_cone75_native_dist_s15_invsq.png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208/395  map_compare/cone_param_noise/CARD_cone75_native_dist_s25_invsq.png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209/395  map_compare/cone_param_noise/CARD_cone75_native_vel_dist_combined_invsq.png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210/395  map_compare/cone_thetas/cards/theta45_phys_invsq.png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211/395  map_compare/cone_thetas/cards/theta60_phys_hratio.png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212/395  map_compare/cone_thetas/cards/theta90_phys_invsq.png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612648"/>
            <a:ext cx="93268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213/395  map_compare/cone_thetas/patchwork16/CARD_patchwork16_draw2_seed21.png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214/395  map_compare/cone_thetas/patchwork16/CARD_patchwork16_draw3_seed22.png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215/395  map_compare/cone_thetas/patchwork16/CARD_sources16_draw4_seed23.png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216/395  map_compare/cone_thetas/patchwork_sheet4/CARD_sheet4_draw2_seed31.png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217/395  map_compare/cone_thetas/patchwork_sheet4/CARD_sheet4_draw3_seed32.png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218/395  map_compare/cone_thetas/patchwork_sheet4/CARD_sheet4_draw4_seed33.png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219/395  map_compare/cone_thetas/patchwork_sheet4/CARD_sheet4_sources_draw2_seed31.png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220/395  map_compare/cone_thetas/patchwork_sheet4/CARD_sheet4_sources_draw3_seed32.png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221/395  map_compare/cone_thetas/patchwork_sheet4/GRID_sheet4_sources_4draws.png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929" y="612648"/>
            <a:ext cx="881814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222/395  figures/migkas_bars_rotation_overlay.png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254" y="612648"/>
            <a:ext cx="715949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223/395  map_compare/amp_mean_param_noise/CARD_ampmean_baseline_invsq.png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224/395  map_compare/amp_mean_param_noise/CARD_ampmean_both_invsq.png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225/395  map_compare/amp_mean_param_noise/CARD_ampmean_dist_invsq.png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226/395  map_compare/amp_mean_param_noise/CARD_base_both_invsq.png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227/395  map_compare/amp_mean_param_noise/CARD_base_both_minus_baseline.png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228/395  map_compare/amp_mean_param_noise/CARD_base_dist_invsq.png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229/395  map_compare/amp_mean_param_noise/CARD_ladder_baseline_invsq.png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230/395  map_compare/amp_mean_param_noise/CARD_ladder_both_d10_invsq.png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231/395  map_compare/amp_mean_param_noise/CARD_mild_baseline_invsq.png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232/395  map_compare/amp_mean_param_noise/CARD_mild_both_d02_invsq.png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233/395  map_compare/amp_mean_param_noise/CARD_mild_dist_d02_invsq.png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234/395  map_compare/amp_mean_param_noise/CARD_mild_dist_d03_invsq.png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235/395  map_compare/amp_mean_param_noise/CARD_mild_dist_d05_invsq.png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236/395  map_compare/amp_mean_param_noise/CARD_mixture_both_invsq.png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237/395  map_compare/amp_mean_param_noise/CARD_primary_both_d02_invsq.png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612648"/>
            <a:ext cx="9430512" cy="6062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