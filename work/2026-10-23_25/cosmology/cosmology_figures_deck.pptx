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jp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jp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jp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jp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jp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jp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jp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jp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jp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jp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jp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jp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jp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jp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jp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jp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jp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jp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jp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jp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jp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jp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jp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jp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jp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jp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jp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jp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jp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jp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jp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jp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jp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jp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jp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jp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jp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jp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jp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jp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jp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jp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jp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jp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jp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jp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jp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jp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jp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jp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jp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jp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jp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jp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jp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jp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jp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jp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jp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jp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jp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jp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jp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jp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jp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jp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jp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jp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jp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jp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jp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jp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jp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jp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jp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jp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jp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jp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jp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jp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jp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jp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jp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jp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jp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jp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jp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jp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jp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jp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jp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jp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jp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jp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jp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jp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jp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jp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jp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jp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jp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jp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jp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jp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jp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jp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jp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jp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jp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jp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jp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jp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jp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jp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jp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jp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jp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jp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jp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jp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jp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jp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jp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jp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jp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jp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jp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jp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jp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jp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jp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jp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jp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jp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jp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jp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jp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jp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jp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jp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jp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68580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2900" b="1">
                <a:solidFill>
                  <a:srgbClr val="192A46"/>
                </a:solidFill>
                <a:latin typeface="Aptos"/>
              </a:rPr>
              <a:t>Cosmology figures — full set for ordering &amp;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5F6368"/>
                </a:solidFill>
                <a:latin typeface="Aptos"/>
              </a:rPr>
              <a:t>395 content-unique PNGs  •  396 slides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Aptos"/>
              </a:rPr>
              <a:t>Duplicates by content were removed before building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3657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Aptos"/>
              </a:rPr>
              <a:t>Each figure slide shows its relative path in the title for ordering and 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Aptos"/>
              </a:rPr>
              <a:t>Image source root: /workspace/cosmology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Prepared for Chris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1/395  cone_scan_75/mollweide_cone75_joint_303m27__physics.png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08" y="713232"/>
            <a:ext cx="894358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2/395  cone_scan_75/mollweide_cone75_joint_303m27__sine_local_density.png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08" y="713232"/>
            <a:ext cx="894358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3/395  cone_scan_75/mollweide_cone75_joint_303m27__sine_sheet.png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86" y="713232"/>
            <a:ext cx="901562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4/395  cone_scan_75/mollweide_cone75_sample_280m20__physics.png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08" y="713232"/>
            <a:ext cx="894358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5/395  cone_scan_75/mollweide_cone75_sample_280m20__sine_local_density.png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08" y="713232"/>
            <a:ext cx="894358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6/395  cone_scan_75/mollweide_cone75_sample_280m20__sine_sheet.png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86" y="713232"/>
            <a:ext cx="901562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7/395  cone_scan_75/overlay_fig6_cone75_joint_303m27__physics.png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8/395  cone_scan_75/overlay_fig6_cone75_joint_303m27__sine_local_density.png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9/395  cone_scan_75/overlay_fig6_cone75_joint_303m27__sine_sheet.png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10/395  cone_scan_75/overlay_fig6_cone75_sample_280m20__physics.png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11/395  cone_scan_75/overlay_fig6_cone75_sample_280m20__sine_local_density.png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12/395  cone_scan_75/overlay_fig6_cone75_sample_280m20__sine_sheet.png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13/395  cone_scan_75/scatter_fig6_vs_cone75_joint_303m27__physics.png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14/395  cone_scan_75/scatter_fig6_vs_cone75_joint_303m27__sine_local_density.png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15/395  cone_scan_75/scatter_fig6_vs_cone75_joint_303m27__sine_sheet.png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16/395  cone_scan_75/scatter_fig6_vs_cone75_sample_280m20__physics.png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17/395  cone_scan_75/scatter_fig6_vs_cone75_sample_280m20__sine_local_density.png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18/395  cone_scan_75/scatter_fig6_vs_cone75_sample_280m20__sine_sheet.png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" y="713232"/>
            <a:ext cx="1135446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19/395  density_local_match/density_profile_local_match.png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37" y="713232"/>
            <a:ext cx="882272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20/395  density_local_match/density_profile_local_match_logy.png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726" y="713232"/>
            <a:ext cx="859054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21/395  density_local_match/level_sets/levelsets_Amp_vs_phi.png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31758"/>
            <a:ext cx="11551919" cy="4959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22/395  density_local_match/level_sets/levelsets_DL_vs_alpha.png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31758"/>
            <a:ext cx="11551919" cy="4959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23/395  density_local_match/level_sets/levelsets_DL_vs_fu.png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31758"/>
            <a:ext cx="11551919" cy="4959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24/395  density_local_match/level_sets/levelsets_alpha_vs_eps.png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31758"/>
            <a:ext cx="11551919" cy="4959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25/395  density_local_match/level_sets/levelsets_summary.png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225" y="713232"/>
            <a:ext cx="694554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26/395  density_local_match/migkas_best_A_only.png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20" y="713232"/>
            <a:ext cx="71679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27/395  density_local_match/migkas_best_B_only.png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20" y="713232"/>
            <a:ext cx="71679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28/395  density_local_match/migkas_best_pair.png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20" y="713232"/>
            <a:ext cx="71679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29/395  density_local_match/migkas_overlay_local_density.png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20" y="713232"/>
            <a:ext cx="71679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30/395  density_local_match/migkas_scatter_local_density.png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67715"/>
            <a:ext cx="11551919" cy="5487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31/395  density_local_match/r2_maximize/migkas_best_pair_scatter.png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67715"/>
            <a:ext cx="11551919" cy="5487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32/395  density_local_match/scan_pareto_local_density.png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96" y="713232"/>
            <a:ext cx="71614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33/395  drive_upload_payloads/papers/gr_ch2_ltb_2026-09-20/figures/A_vs_ell_toy_ltb.png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46" y="713232"/>
            <a:ext cx="99757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34/395  drive_upload_payloads/papers/gr_ch2_ltb_2026-09-20/figures/cmb_dipole_vs_offset.png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903" y="713232"/>
            <a:ext cx="839419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35/395  drive_upload_payloads/papers/gr_ch2_ltb_2026-09-20/figures/toy_density_H_profile.png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65007"/>
            <a:ext cx="11551919" cy="4892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36/395  drive_upload_payloads/papers/st_coe_synthesis_2026-09-19/figures/A_vs_angle_ideal_collapse.png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2454"/>
            <a:ext cx="11551919" cy="5557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37/395  drive_upload_payloads/papers/stage_setting_2026-09-20/figures/best_fit_with_2ell_multiplier.png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74" y="713232"/>
            <a:ext cx="76960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38/395  drive_upload_payloads/papers/stage_setting_2026-09-20/figures/mollweide_amp_sin_coe_axis.png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8" y="713232"/>
            <a:ext cx="1081070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39/395  drive_upload_payloads/papers/stage_setting_2026-09-20/figures/residual_after_2ell.png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40/395  drive_upload_payloads/papers/stage_setting_2026-09-20/figures/residual_after_rotation.png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41/395  drive_upload_payloads/papers/stage_setting_2026-09-20/figures/residual_before_rotation.png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42/395  figures/A_vs_angle_after_2ell_with_residuals.png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94" y="713232"/>
            <a:ext cx="722081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43/395  figures/A_vs_angle_with_residuals_2ell.png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94" y="713232"/>
            <a:ext cx="722081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44/395  figures/Hobs_vs_angle.png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78" y="713232"/>
            <a:ext cx="661704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45/395  figures/cmb_dipole_estimate_coe_geometry.png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01895"/>
            <a:ext cx="11551919" cy="481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46/395  figures/coe_geometry_cmb_dipole_schematic.png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01" y="713232"/>
            <a:ext cx="828179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47/395  figures/coe_shell_behind_projects_as_ring.png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0" y="713232"/>
            <a:ext cx="1125657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48/395  figures/coe_shell_with_vs_without.png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44" y="713232"/>
            <a:ext cx="7349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49/395  figures/concentric_scenario2_meet_inner_center.png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217" y="713232"/>
            <a:ext cx="575356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50/395  figures/concentric_scenario2_retarget_inner.png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345" y="713232"/>
            <a:ext cx="575930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51/395  figures/concentric_shift_r_over_2.png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073" y="713232"/>
            <a:ext cx="581785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52/395  figures/density_mass.png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53/395  figures/expand_vs_collapse_A_migkas.png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54/395  figures/expand_vs_collapse_shapes.png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89" y="713232"/>
            <a:ext cx="794582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55/395  figures/expand_vs_collapse_vs_migkas.png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209" y="713232"/>
            <a:ext cx="751158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56/395  figures/four_scenarios_R4r_shift2r.png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59" y="713232"/>
            <a:ext cx="53762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57/395  figures/four_scenarios_overview.png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857" y="713232"/>
            <a:ext cx="536828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58/395  figures/geometry.png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23" y="713232"/>
            <a:ext cx="613995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59/395  figures/hubble_from_coe_relative_velocity.png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05" y="713231"/>
            <a:ext cx="1098818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60/395  figures/kappa_amplitude.png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61/395  figures/levelset_curves/levelsets_curves_amp.png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54" y="713232"/>
            <a:ext cx="698269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62/395  figures/levelset_curves/levelsets_curves_phi.png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54" y="713232"/>
            <a:ext cx="698269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63/395  figures/levelset_curves/levelsets_curves_summary.png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443" y="713232"/>
            <a:ext cx="739111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64/395  figures/migkas_bars_rotation_overlay.png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270" y="713232"/>
            <a:ext cx="66114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65/395  figures/migkas_fig6_A_model_overlay.png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12" y="713232"/>
            <a:ext cx="10214575" cy="5596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66/395  figures/migkas_fig6_model_overlay.png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168" y="713232"/>
            <a:ext cx="626766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67/395  figures/migkas_r2_fit_panels.png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722" y="713232"/>
            <a:ext cx="49805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68/395  figures/migkas_r2_letter_panels.png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96" y="713232"/>
            <a:ext cx="71614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69/395  figures/migkas_r2_vs_rotation.png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4054"/>
            <a:ext cx="11551919" cy="44144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70/395  figures/migkas_sheet_scatter_amp006.png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63589"/>
            <a:ext cx="11551919" cy="5495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71/395  figures/model_vs_migkas_schematic.png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307" y="713232"/>
            <a:ext cx="893338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72/395  figures/multipoles.png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214" y="713232"/>
            <a:ext cx="781557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73/395  figures/photon_hits_per_arc_vs_angle.png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620" y="713232"/>
            <a:ext cx="680675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74/395  figures/ray_numbering_sc012.png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95" y="713232"/>
            <a:ext cx="108362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75/395  figures/scenarios_024_R4r_shift2r.png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1950"/>
            <a:ext cx="11551919" cy="4158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76/395  figures/sky_mollweide.png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205" y="713232"/>
            <a:ext cx="81175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77/395  figures/three_scenarios_angles_labeled.png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12305"/>
            <a:ext cx="11551919" cy="4397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78/395  figures/two_concentric_8_radial.png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35" y="713232"/>
            <a:ext cx="559612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79/395  fullsky_AB/mollweide_AB_model_frame.png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861" y="713232"/>
            <a:ext cx="837027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80/395  fullsky_AB/mollweide_AB_sky_frame.png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385" y="713232"/>
            <a:ext cx="837922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81/395  fullsky_AB/mollweide_sine_local_density_A_hratio_DIAGNOSTIC.png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82/395  fullsky_AB/mollweide_sine_local_density_B_DIAGNOSTIC.png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83/395  fullsky_AB/mollweide_sine_local_density_DIAGNOSTIC.png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99" y="713232"/>
            <a:ext cx="840620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84/395  fullsky_AB/mollweide_sine_sheet_A_hratio_DIAGNOSTIC.png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85/395  fullsky_AB/mollweide_sine_sheet_B_DIAGNOSTIC.png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86/395  fullsky_AB/mollweide_sine_sheet_DIAGNOSTIC.png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99" y="713232"/>
            <a:ext cx="840620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87/395  fullsky_AB/mollweide_sky_A_hratio.png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88/395  fullsky_AB/mollweide_sky_A_invsq.png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14" y="713232"/>
            <a:ext cx="871477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89/395  fullsky_AB/mollweide_sky_B.png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90/395  fullsky_AB/mollweide_sky_frac.png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44" y="713232"/>
            <a:ext cx="876351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91/395  map_compare/01_physics_invsq_A_over_Ai.png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83" y="713231"/>
            <a:ext cx="1147083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92/395  map_compare/02_sheet_rotated_invsq_A_over_Ai.png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83" y="713231"/>
            <a:ext cx="1147083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93/395  map_compare/03_physics_hratio_A_over_Ai.png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83" y="713231"/>
            <a:ext cx="1147083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94/395  map_compare/04_sheet_rotated_hratio_A_over_Ai.png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83" y="713231"/>
            <a:ext cx="1147083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95/395  map_compare/CARD_migkas.png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96/395  map_compare/CARD_ours.png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97/395  map_compare/CARD_ours_noise_fig6var.png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98/395  map_compare/CARD_ours_noise_pm01.png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99/395  map_compare/EQUAL_STACK_migkas_vs_ours.png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86" y="713232"/>
            <a:ext cx="429702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100/395  map_compare/FULL_migkas_theta75.png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34" y="713232"/>
            <a:ext cx="816952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101/395  map_compare/FULL_ours_cone75_sheet.png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98" y="713232"/>
            <a:ext cx="976880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102/395  map_compare/STACKED_migkas_vs_ours.png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624" y="713232"/>
            <a:ext cx="46967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103/395  map_compare/STACK_migkas_mean_noise.png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988" y="713232"/>
            <a:ext cx="285802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104/395  map_compare/_mig_hi_full.png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86" y="713232"/>
            <a:ext cx="863402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105/395  map_compare/_mig_nocbar_tmp.png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163" y="713232"/>
            <a:ext cx="777567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106/395  map_compare/all_our_maps_A_over_Ai.png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92" y="713232"/>
            <a:ext cx="84698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107/395  map_compare/amp_mean_param_noise/AB_overlay_ideal_rotation_2ell.png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98" y="713232"/>
            <a:ext cx="686040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108/395  map_compare/amp_mean_param_noise/AB_vs_angle_migkas_fig6.png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316" y="713232"/>
            <a:ext cx="780336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109/395  map_compare/amp_mean_param_noise/A_overlay_ideal_rotation_2ell.png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2605"/>
            <a:ext cx="11551919" cy="5297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110/395  map_compare/amp_mean_param_noise/A_vs_angle_clean.png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111/395  map_compare/amp_mean_param_noise/A_vs_angle_gap_band.png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112/395  map_compare/amp_mean_param_noise/A_vs_angle_ideal_collapse.png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06" y="713232"/>
            <a:ext cx="750438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113/395  map_compare/amp_mean_param_noise/A_vs_angle_ideal_collapse_only.png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114/395  map_compare/amp_mean_param_noise/A_vs_angle_ideal_integration.png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74" y="713232"/>
            <a:ext cx="76960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115/395  map_compare/amp_mean_param_noise/A_vs_angle_ideal_integration_sheet_AF.png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116/395  map_compare/amp_mean_param_noise/A_vs_angle_ideal_plus_chris_rotation.png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117/395  map_compare/amp_mean_param_noise/A_vs_angle_integral_matched_to_bolton.png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06" y="713232"/>
            <a:ext cx="750438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118/395  map_compare/amp_mean_param_noise/A_vs_angle_levelsets_d_over_D.png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19" y="713232"/>
            <a:ext cx="1061596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119/395  map_compare/amp_mean_param_noise/A_vs_angle_levelsets_d_over_D_nosmooth.png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19" y="713232"/>
            <a:ext cx="1061596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120/395  map_compare/amp_mean_param_noise/A_vs_angle_levelsets_d_over_D_six.png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05" y="713231"/>
            <a:ext cx="1098818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121/395  map_compare/amp_mean_param_noise/A_vs_angle_levelsets_d_over_D_to_999.png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20" y="713232"/>
            <a:ext cx="992975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122/395  map_compare/amp_mean_param_noise/A_vs_angle_levelsets_mass.png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57" y="713232"/>
            <a:ext cx="102546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123/395  map_compare/amp_mean_param_noise/A_vs_angle_smooth_kick_ONLY.png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124/395  map_compare/amp_mean_param_noise/A_vs_angle_smooth_kick_sheet_AF_hratio.png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77" y="713232"/>
            <a:ext cx="11404045" cy="5596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125/395  map_compare/amp_mean_param_noise/A_vs_angle_smooth_model_with_kick.png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74" y="713232"/>
            <a:ext cx="76960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126/395  map_compare/amp_mean_param_noise/B_overlay_ideal_rotation_2ell.png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26458"/>
            <a:ext cx="11551919" cy="5569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127/395  map_compare/amp_mean_param_noise/B_vs_angle_migkas_fig6.png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2605"/>
            <a:ext cx="11551919" cy="5297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128/395  map_compare/amp_mean_param_noise/CARD_ampmean_baseline_invsq.png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129/395  map_compare/amp_mean_param_noise/CARD_ampmean_both_invsq.png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130/395  map_compare/amp_mean_param_noise/CARD_ampmean_both_minus_baseline.png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131/395  map_compare/amp_mean_param_noise/CARD_ampmean_dist_invsq.png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132/395  map_compare/amp_mean_param_noise/CARD_ampmean_vel_invsq.png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133/395  map_compare/amp_mean_param_noise/CARD_base_baseline_invsq.png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134/395  map_compare/amp_mean_param_noise/CARD_base_both_invsq.png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135/395  map_compare/amp_mean_param_noise/CARD_base_both_minus_baseline.png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136/395  map_compare/amp_mean_param_noise/CARD_base_dist_invsq.png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137/395  map_compare/amp_mean_param_noise/CARD_base_vel_invsq.png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138/395  map_compare/amp_mean_param_noise/CARD_ladder_baseline_invsq.png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139/395  map_compare/amp_mean_param_noise/CARD_ladder_both_d10_invsq.png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140/395  map_compare/amp_mean_param_noise/CARD_ladder_both_d20_invsq.png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141/395  map_compare/amp_mean_param_noise/CARD_ladder_dist_d10_invsq.png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142/395  map_compare/amp_mean_param_noise/CARD_ladder_dist_d20_invsq.png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143/395  map_compare/amp_mean_param_noise/CARD_ladder_dist_d25_invsq.png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144/395  map_compare/amp_mean_param_noise/CARD_mild_baseline_invsq.png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145/395  map_compare/amp_mean_param_noise/CARD_mild_both_d02_invsq.png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146/395  map_compare/amp_mean_param_noise/CARD_mild_both_d03_invsq.png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147/395  map_compare/amp_mean_param_noise/CARD_mild_dist_d02_invsq.png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148/395  map_compare/amp_mean_param_noise/CARD_mild_dist_d03_invsq.png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149/395  map_compare/amp_mean_param_noise/CARD_mild_dist_d05_invsq.png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150/395  map_compare/amp_mean_param_noise/CARD_mild_vel_invsq.png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151/395  map_compare/amp_mean_param_noise/CARD_mixture_both_invsq.png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152/395  map_compare/amp_mean_param_noise/CARD_primary_both_d01_invsq.png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153/395  map_compare/amp_mean_param_noise/CARD_primary_both_d02_invsq.png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154/395  map_compare/amp_mean_param_noise/CARD_primary_dist_d01_invsq.png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155/395  map_compare/amp_mean_param_noise/CARD_primary_dist_d02_invsq.png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156/395  map_compare/amp_mean_param_noise/CARD_primary_vel_invsq.png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157/395  map_compare/amp_mean_param_noise/Cl_A_migkas_smooth_both.png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19" y="713232"/>
            <a:ext cx="699515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158/395  map_compare/amp_mean_param_noise/HIST_A_features_fix.png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39" y="713231"/>
            <a:ext cx="621792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159/395  map_compare/amp_mean_param_noise/HIST_A_migkas_smooth_both.png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160/395  map_compare/amp_mean_param_noise/HIST_A_migkas_smooth_both_logy.png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161/395  map_compare/amp_mean_param_noise/HIST_A_migkas_smooth_both_logy_gap.png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162/395  map_compare/amp_mean_param_noise/HIST_A_migkas_smooth_both_percentiles.png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163/395  map_compare/amp_mean_param_noise/HIST_A_migkas_smooth_mixture_both.png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164/395  map_compare/amp_mean_param_noise/HIST_A_migkas_smooth_mixture_both_logy.png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713232"/>
            <a:ext cx="932688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165/395  map_compare/amp_mean_param_noise/HIST_A_vs_ell_fig6.png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84" y="713232"/>
            <a:ext cx="1007303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166/395  map_compare/amp_mean_param_noise/HIST_fig6_over_smooth_stacked.png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70" y="713232"/>
            <a:ext cx="647485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167/395  map_compare/amp_mean_param_noise/HIST_levelset_amp_family_stacked.png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49" y="713232"/>
            <a:ext cx="582930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168/395  map_compare/amp_mean_param_noise/HIST_levelset_phi_family_stacked.png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750" y="713232"/>
            <a:ext cx="506049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169/395  map_compare/amp_mean_param_noise/HIST_migkas_fine_three_peaks.png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170/395  map_compare/amp_mean_param_noise/HIST_migkas_logy_1d_gap.png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10" y="713231"/>
            <a:ext cx="1017477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171/395  map_compare/amp_mean_param_noise/HIST_migkas_logy_NS_LR_stacked.png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35" y="713232"/>
            <a:ext cx="559612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172/395  map_compare/amp_mean_param_noise/HIST_migkas_logy_NS_only.png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10" y="713231"/>
            <a:ext cx="1017477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173/395  map_compare/amp_mean_param_noise/HIST_migkas_logy_N_and_S_separate_stacked.png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96" y="713232"/>
            <a:ext cx="68186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174/395  map_compare/amp_mean_param_noise/HIST_migkas_logy_identify_peaks_gap.png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713232"/>
            <a:ext cx="964849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175/395  map_compare/amp_mean_param_noise/HIST_migkas_logy_identify_peaks_gap_clean.png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713232"/>
            <a:ext cx="964849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176/395  map_compare/amp_mean_param_noise/HIST_migkas_logy_peaks_and_gap.png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713232"/>
            <a:ext cx="964849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177/395  map_compare/amp_mean_param_noise/HIST_migkas_logy_quadrants_stacked.png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93" y="713232"/>
            <a:ext cx="902601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178/395  map_compare/amp_mean_param_noise/HIST_migkas_logy_three_peaks.png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10" y="713231"/>
            <a:ext cx="1017477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179/395  map_compare/amp_mean_param_noise/HIST_migkas_measured_peaks_gaps.png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57" y="713232"/>
            <a:ext cx="102546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180/395  map_compare/amp_mean_param_noise/HIST_migkas_peaks_gaps_table.png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7621"/>
            <a:ext cx="11551919" cy="4107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181/395  map_compare/amp_mean_param_noise/HIST_overlay_A_migkas_over_model.png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70" y="713232"/>
            <a:ext cx="647485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182/395  map_compare/amp_mean_param_noise/HIST_smooth_ampmean_alone.png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7" y="713232"/>
            <a:ext cx="107617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183/395  map_compare/amp_mean_param_noise/HIST_vs_Cl_migkas.png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06021"/>
            <a:ext cx="11551919" cy="4810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184/395  map_compare/amp_mean_param_noise/R2_table_best_A_B_with_heatmaps.png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10" y="713232"/>
            <a:ext cx="705817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185/395  map_compare/amp_mean_param_noise/R2_top5_A_B_tables.png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223"/>
            <a:ext cx="11551919" cy="3878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186/395  map_compare/amp_mean_param_noise/STRIP_ampmean_baseline_vel_dist_both.png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3398"/>
            <a:ext cx="11551919" cy="3275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187/395  map_compare/amp_mean_param_noise/STRIP_base_vel_dist_both.png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3398"/>
            <a:ext cx="11551919" cy="3275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188/395  map_compare/amp_mean_param_noise/STRIP_ladder_baseline_vel_dist20_both.png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3398"/>
            <a:ext cx="11551919" cy="3275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189/395  map_compare/amp_mean_param_noise/STRIP_ladder_dist_10_20_25.png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26841"/>
            <a:ext cx="11551919" cy="3968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190/395  map_compare/amp_mean_param_noise/STRIP_mild_baseline_vel_dist03_both.png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3398"/>
            <a:ext cx="11551919" cy="3275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191/395  map_compare/amp_mean_param_noise/STRIP_mild_dist_02_03_05.png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26841"/>
            <a:ext cx="11551919" cy="3968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192/395  map_compare/amp_mean_param_noise/STRIP_primary_latest.png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3398"/>
            <a:ext cx="11551919" cy="3275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193/395  map_compare/amp_mean_param_noise/best_A_vs_angle_with_associated_B.png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713232"/>
            <a:ext cx="725424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194/395  map_compare/amp_mean_param_noise/best_A_vs_angle_with_associated_B_2ell.png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257" y="713232"/>
            <a:ext cx="70454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195/395  map_compare/amp_mean_param_noise/best_A_vs_angle_with_associated_B_2ell_fromB.png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257" y="713232"/>
            <a:ext cx="70454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196/395  map_compare/amp_mean_param_noise/best_B_vs_angle_with_associated_A.png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713232"/>
            <a:ext cx="725424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197/395  map_compare/amp_mean_param_noise/best_B_vs_angle_with_associated_A_2ell.png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257" y="713232"/>
            <a:ext cx="70454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198/395  map_compare/amp_mean_param_noise/best_B_vs_angle_with_associated_A_2ell_fromB.png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257" y="713232"/>
            <a:ext cx="704548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199/395  map_compare/amp_mean_param_noise/best_fit_residual_vs_angle.png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74" y="713232"/>
            <a:ext cx="76960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200/395  map_compare/amp_mean_param_noise/best_fit_with_2ell_multiplier.png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94" y="713232"/>
            <a:ext cx="722081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201/395  map_compare/amp_mean_param_noise/best_model_minima_check.png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0502"/>
            <a:ext cx="11551919" cy="5041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202/395  map_compare/amp_mean_param_noise/coe_axis_3d_b_locked.png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1540"/>
            <a:ext cx="11551919" cy="45795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203/395  map_compare/amp_mean_param_noise/coe_axis_3d_fit_R2_sky.png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06021"/>
            <a:ext cx="11551919" cy="4810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204/395  map_compare/amp_mean_param_noise/dipole_vs_quadrupole_examples.png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96" y="713231"/>
            <a:ext cx="64374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205/395  map_compare/amp_mean_param_noise/geometry_CoE_observer.png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65" y="713232"/>
            <a:ext cx="799446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206/395  map_compare/amp_mean_param_noise/ideal_fit_M_d_D_L_migkas.png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207/395  map_compare/amp_mean_param_noise/ideal_levelsets_Amp.png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208/395  map_compare/amp_mean_param_noise/ideal_levelsets_L_M35_d05.png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209/395  map_compare/amp_mean_param_noise/ideal_levelsets_L_grid_M3-4_d02-08.png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210/395  map_compare/amp_mean_param_noise/ideal_levelsets_L_grid_no_highestL.png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211/395  map_compare/amp_mean_param_noise/ideal_levelsets_L_grid_no_smallestL.png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212/395  map_compare/amp_mean_param_noise/ideal_levelsets_L_grid_rotation_Lmin015.png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213/395  map_compare/amp_mean_param_noise/ideal_levelsets_L_grid_rotation_d25-75.png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214/395  map_compare/amp_mean_param_noise/ideal_levelsets_L_grid_rotation_dmax07.png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215/395  map_compare/amp_mean_param_noise/ideal_levelsets_L_grid_with_rotation.png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216/395  map_compare/amp_mean_param_noise/ideal_levelsets_d_over_D.png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217/395  map_compare/amp_mean_param_noise/ideal_levelsets_eta.png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218/395  map_compare/amp_mean_param_noise/ideal_levelsets_fu.png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219/395  map_compare/amp_mean_param_noise/ideal_levelsets_mass.png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220/395  map_compare/amp_mean_param_noise/ideal_levelsets_phi.png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221/395  map_compare/amp_mean_param_noise/ideal_levelsets_x_DL.png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13231"/>
            <a:ext cx="1130530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222/395  map_compare/amp_mean_param_noise/ideal_rotation_3x3x5_R2_ranked.png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378" y="713232"/>
            <a:ext cx="398524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223/395  map_compare/amp_mean_param_noise/ideal_rotation_3x3x5_top_curves.png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224/395  map_compare/amp_mean_param_noise/kick_levelsets_L_M35_d05.png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225/395  map_compare/amp_mean_param_noise/kick_levelsets_L_grid_M3-4_d02-08.png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024" y="713232"/>
            <a:ext cx="670194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226/395  map_compare/amp_mean_param_noise/rotation_Amp_phi_AB_shared_heatmaps.png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7141"/>
            <a:ext cx="11551919" cy="4868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227/395  map_compare/amp_mean_param_noise/rotation_Amp_phi_B_R2_ranked.png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194" y="713232"/>
            <a:ext cx="883361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228/395  map_compare/amp_mean_param_noise/rotation_Amp_phi_B_top_curves.png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04" y="713232"/>
            <a:ext cx="1106578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229/395  map_compare/amp_mean_param_noise/rotation_Amp_phi_R2_ranked.png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496" y="713232"/>
            <a:ext cx="692100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230/395  map_compare/amp_mean_param_noise/rotation_Amp_phi_top_curves.png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80092"/>
            <a:ext cx="11551919" cy="5462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231/395  map_compare/amp_mean_param_noise/rotation_levelsets_Amp.png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232/395  map_compare/amp_mean_param_noise/rotation_levelsets_phi.png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1" y="713232"/>
            <a:ext cx="1119225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233/395  map_compare/amp_mean_param_noise/u_radial_integral_matched_to_bolton.png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29" y="713232"/>
            <a:ext cx="1049274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234/395  map_compare/cone_noise_matched_vs_fig6.png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8043"/>
            <a:ext cx="11551919" cy="4546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235/395  map_compare/cone_noise_variants.png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34" y="713232"/>
            <a:ext cx="816952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236/395  map_compare/cone_noise_vs_fig6_bars.png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6294"/>
            <a:ext cx="11551919" cy="4530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237/395  map_compare/cone_param_noise/CARD_cone75_angle_baseline_invsq.png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238/395  map_compare/cone_param_noise/CARD_cone75_angle_dist_s15_invsq.png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239/395  map_compare/cone_param_noise/CARD_cone75_angle_vel_dist_combined_invsq.png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240/395  map_compare/cone_param_noise/CARD_cone75_angle_vel_radial_s05_invsq.png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241/395  map_compare/cone_param_noise/CARD_cone75_native_baseline_invsq.png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242/395  map_compare/cone_param_noise/CARD_cone75_native_dist_s15_invsq.png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243/395  map_compare/cone_param_noise/CARD_cone75_native_dist_s25_invsq.png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244/395  map_compare/cone_param_noise/CARD_cone75_native_vel_dist_combined_invsq.png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245/395  map_compare/cone_param_noise/CARD_cone75_native_vel_radial_s05_invsq.png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246/395  map_compare/cone_param_noise/CARD_cone75_native_vel_radial_s10_invsq.png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247/395  map_compare/cone_param_noise/GRID_conenative_vs_angle_invsq.png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1950"/>
            <a:ext cx="11551919" cy="4158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248/395  map_compare/cone_param_noise/STRIP_angle_baseline_vel_dist_both_invsq.png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5120"/>
            <a:ext cx="11551919" cy="2112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249/395  map_compare/cone_param_noise/STRIP_baseline_vel_dist_both_invsq.png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5120"/>
            <a:ext cx="11551919" cy="2112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250/395  map_compare/cone_param_noise/STRIP_conenative_baseline_vel_dist_both_invsq.png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5120"/>
            <a:ext cx="11551919" cy="2112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251/395  map_compare/cone_thetas/GRID_4x4_cone_thetas.png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15" y="713232"/>
            <a:ext cx="848816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252/395  map_compare/cone_thetas/GRID_ours_like_fig8_sheet_invsq.png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537" y="713232"/>
            <a:ext cx="824692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253/395  map_compare/cone_thetas/cards/theta45_phys_hratio.png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254/395  map_compare/cone_thetas/cards/theta45_phys_invsq.png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255/395  map_compare/cone_thetas/cards/theta45_sheet_hratio.png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256/395  map_compare/cone_thetas/cards/theta45_sheet_invsq.png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257/395  map_compare/cone_thetas/cards/theta60_phys_hratio.png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258/395  map_compare/cone_thetas/cards/theta60_phys_invsq.png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259/395  map_compare/cone_thetas/cards/theta60_sheet_hratio.png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260/395  map_compare/cone_thetas/cards/theta60_sheet_invsq.png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261/395  map_compare/cone_thetas/cards/theta75_phys_hratio.png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262/395  map_compare/cone_thetas/cards/theta75_phys_invsq.png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263/395  map_compare/cone_thetas/cards/theta75_sheet_hratio.png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264/395  map_compare/cone_thetas/cards/theta75_sheet_invsq.png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265/395  map_compare/cone_thetas/cards/theta90_phys_hratio.png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266/395  map_compare/cone_thetas/cards/theta90_phys_invsq.png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267/395  map_compare/cone_thetas/cards/theta90_sheet_hratio.png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268/395  map_compare/cone_thetas/cards/theta90_sheet_invsq.png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713232"/>
            <a:ext cx="86094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269/395  map_compare/cone_thetas/patchwork16/CARD_patchwork16_draw1_seed20.png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270/395  map_compare/cone_thetas/patchwork16/CARD_patchwork16_draw2_seed21.png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271/395  map_compare/cone_thetas/patchwork16/CARD_patchwork16_draw3_seed22.png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272/395  map_compare/cone_thetas/patchwork16/CARD_patchwork16_draw4_seed23.png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273/395  map_compare/cone_thetas/patchwork16/CARD_sources16_draw1_seed20.png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274/395  map_compare/cone_thetas/patchwork16/CARD_sources16_draw2_seed21.png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275/395  map_compare/cone_thetas/patchwork16/CARD_sources16_draw3_seed22.png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276/395  map_compare/cone_thetas/patchwork16/CARD_sources16_draw4_seed23.png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277/395  map_compare/cone_thetas/patchwork16/GRID_patchwork16_4draws.png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73" y="713232"/>
            <a:ext cx="81440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278/395  map_compare/cone_thetas/patchwork16/GRID_sources16_4draws.png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73" y="713232"/>
            <a:ext cx="81440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279/395  map_compare/cone_thetas/patchwork_sheet4/CARD_sheet4_draw1_seed30.png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280/395  map_compare/cone_thetas/patchwork_sheet4/CARD_sheet4_draw2_seed31.png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281/395  map_compare/cone_thetas/patchwork_sheet4/CARD_sheet4_draw3_seed32.png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282/395  map_compare/cone_thetas/patchwork_sheet4/CARD_sheet4_draw4_seed33.png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283/395  map_compare/cone_thetas/patchwork_sheet4/CARD_sheet4_sources_draw1_seed30.png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284/395  map_compare/cone_thetas/patchwork_sheet4/CARD_sheet4_sources_draw2_seed31.png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285/395  map_compare/cone_thetas/patchwork_sheet4/CARD_sheet4_sources_draw3_seed32.png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Aptos"/>
              </a:rPr>
              <a:t>286/395  map_compare/cone_thetas/patchwork_sheet4/CARD_sheet4_sources_draw4_seed33.png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287/395  map_compare/cone_thetas/patchwork_sheet4/GRID_sheet4_4draws.png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73" y="713232"/>
            <a:ext cx="81440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288/395  map_compare/cone_thetas/patchwork_sheet4/GRID_sheet4_sources_4draws.png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73" y="713232"/>
            <a:ext cx="81440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289/395  map_compare/debug_crop_tr_loose.png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467" y="713231"/>
            <a:ext cx="812506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290/395  map_compare/debug_crop_tr_mid.png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434" y="713232"/>
            <a:ext cx="841913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291/395  map_compare/levelset_maps/CARD_amp_family_MEAN.png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292/395  map_compare/levelset_maps/GRID_amp_family.png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35" y="713232"/>
            <a:ext cx="9382729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293/395  map_compare/levelset_maps/GRID_patchwork_4draws.png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73" y="713232"/>
            <a:ext cx="82382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294/395  map_compare/levelset_maps/GRID_patchwork_4draws_ALL_MARKERS.png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64" y="713232"/>
            <a:ext cx="797007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295/395  map_compare/levelset_maps/GRID_patchwork_4draws_EXTREMA.png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89" y="713232"/>
            <a:ext cx="816102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296/395  map_compare/levelset_maps/GRID_patchwork_4draws_MAXES.png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125" y="713232"/>
            <a:ext cx="820374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297/395  map_compare/levelset_maps/GRID_patchwork_4draws_OWN_EXTREMA.png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14" y="713232"/>
            <a:ext cx="796197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298/395  map_compare/levelset_maps/GRID_profile_peaks.png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36" y="713232"/>
            <a:ext cx="954272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299/395  map_compare/levelset_maps/map_01_amp0_physics.png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300/395  map_compare/levelset_maps/map_02_amp_p003_phi035.png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301/395  map_compare/levelset_maps/map_03_amp_m003_phi035.png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302/395  map_compare/levelset_maps/map_04_amp_p006_phi035.png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303/395  map_compare/levelset_maps/map_05_amp_m006_phi035_sheet.png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304/395  map_compare/levelset_maps/map_06_amp_p010_phi035.png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305/395  map_compare/levelset_maps/map_07_amp_m010_phi035.png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306/395  map_compare/levelset_maps/map_08_amp_p007_phi213_local.png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307/395  map_compare/levelset_maps/map_09_patchwork_draw1_seed10.png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308/395  map_compare/levelset_maps/map_09_patchwork_draw1_seed10_ALL_MARKERS.png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309/395  map_compare/levelset_maps/map_09_patchwork_draw1_seed10_EXTREMA.png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310/395  map_compare/levelset_maps/map_09_patchwork_draw1_seed10_MAXES.png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311/395  map_compare/levelset_maps/map_09_patchwork_draw1_seed10_OWN_EXTREMA.png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312/395  map_compare/levelset_maps/map_09_patchwork_draw2_seed11.png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313/395  map_compare/levelset_maps/map_09_patchwork_draw2_seed11_ALL_MARKERS.png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314/395  map_compare/levelset_maps/map_09_patchwork_draw2_seed11_EXTREMA.png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315/395  map_compare/levelset_maps/map_09_patchwork_draw2_seed11_MAXES.png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316/395  map_compare/levelset_maps/map_09_patchwork_draw2_seed11_OWN_EXTREMA.png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317/395  map_compare/levelset_maps/map_09_patchwork_draw3_seed12.png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318/395  map_compare/levelset_maps/map_09_patchwork_draw3_seed12_ALL_MARKERS.png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319/395  map_compare/levelset_maps/map_09_patchwork_draw3_seed12_EXTREMA.png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320/395  map_compare/levelset_maps/map_09_patchwork_draw3_seed12_MAXES.png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321/395  map_compare/levelset_maps/map_09_patchwork_draw3_seed12_OWN_EXTREMA.png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322/395  map_compare/levelset_maps/map_09_patchwork_draw4_seed13.png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323/395  map_compare/levelset_maps/map_09_patchwork_draw4_seed13_ALL_MARKERS.png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324/395  map_compare/levelset_maps/map_09_patchwork_draw4_seed13_EXTREMA.png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325/395  map_compare/levelset_maps/map_09_patchwork_draw4_seed13_MAXES.png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326/395  map_compare/levelset_maps/map_09_patchwork_draw4_seed13_OWN_EXTREMA.png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327/395  map_compare/levelset_maps/map_09_patchwork_random.png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328/395  map_compare/levelset_maps/map_09_patchwork_sources.png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329/395  map_compare/levelset_maps/map_09_peak_baseline_rec.png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330/395  map_compare/levelset_maps/map_10_peak_DL_fu.png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331/395  map_compare/levelset_maps/map_11_peak_alpha_eps.png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332/395  map_compare/levelset_maps/map_12_peak_DL_alpha.png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5" y="713232"/>
            <a:ext cx="870508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333/395  map_compare/migkas_fig8_full.png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537" y="713232"/>
            <a:ext cx="824692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334/395  map_compare/migkas_fig8_theta75_crop.png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24" y="713232"/>
            <a:ext cx="824955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335/395  map_compare/migkas_fig8_uncropped.png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32" y="713232"/>
            <a:ext cx="834353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336/395  map_compare/migkas_p12-12.png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337/395  map_compare/migkas_theta75_fullpanel.png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96" y="713231"/>
            <a:ext cx="840700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338/395  map_compare/migkas_theta75_only.png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23" y="713232"/>
            <a:ext cx="90185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339/395  map_compare/migkas_theta75_panel_hires.png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95" y="713232"/>
            <a:ext cx="928320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340/395  map_compare/migkas_theta75_with_cbar.png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66" y="713232"/>
            <a:ext cx="887466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341/395  map_compare/ours_cone75_physics_standalone.png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5" y="713232"/>
            <a:ext cx="1153840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342/395  map_compare/ours_cone75_sheet_CORRECT_COORDS.png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99" y="713232"/>
            <a:ext cx="10281600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343/395  map_compare/ours_cone75_sheet_SHARED_SCALE.png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73" y="713232"/>
            <a:ext cx="1095745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344/395  map_compare/ours_cone75_sheet_standalone.png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5" y="713232"/>
            <a:ext cx="1153840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345/395  map_compare/sbs_SAME_COORDS_cone75_sheet.png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9573"/>
            <a:ext cx="11551919" cy="4183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346/395  map_compare/sbs_SAME_TYPE_cone75_physics.png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0830"/>
            <a:ext cx="11551919" cy="4100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347/395  map_compare/sbs_SAME_TYPE_cone75_sheet.png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0830"/>
            <a:ext cx="11551919" cy="4100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348/395  map_compare/sbs_SHARED_SCALE_FIXED.png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7551"/>
            <a:ext cx="11551919" cy="44474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349/395  map_compare/sbs_SHARED_SCALE_both_mollweide.png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57688"/>
            <a:ext cx="11551919" cy="4307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350/395  map_compare/sbs_SHARED_SCALE_cone75_sheet.png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0065"/>
            <a:ext cx="11551919" cy="4282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351/395  map_compare/sbs_cone_noise_demo.png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62005"/>
            <a:ext cx="11551919" cy="3498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352/395  map_compare/sbs_migkas75_vs_physics_hratio.png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4682"/>
            <a:ext cx="11551919" cy="4373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353/395  map_compare/sbs_migkas75_vs_physics_invsq.png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4682"/>
            <a:ext cx="11551919" cy="4373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354/395  map_compare/sbs_migkas75_vs_sheet_hratio.png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4682"/>
            <a:ext cx="11551919" cy="4373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355/395  map_compare/sbs_migkas75_vs_sheet_invsq.png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4682"/>
            <a:ext cx="11551919" cy="4373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356/395  map_compare/side_by_side_A_over_Ai.png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26649"/>
            <a:ext cx="11551919" cy="476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357/395  map_compare/side_by_side_directions.png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63780"/>
            <a:ext cx="11551919" cy="4695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358/395  map_compare/side_by_side_full_fig8.png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82250"/>
            <a:ext cx="11551919" cy="5058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359/395  map_compare/side_by_side_migkas_vs_ours.png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623" y="713232"/>
            <a:ext cx="782675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360/395  map_compare/side_by_side_theta75_rotated.png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7824"/>
            <a:ext cx="11551919" cy="416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361/395  map_compare/surface_R2_ours_vs_migkas.png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90885"/>
            <a:ext cx="11551919" cy="34408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362/395  map_compare/surface_R2_scatter.png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128" y="713232"/>
            <a:ext cx="504974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363/395  migkas/debug_digitized.png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1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364/395  migkas/debug_digitized2.png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1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365/395  migkas/debug_digitized3.png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1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366/395  migkas/debug_digitized4.png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1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367/395  migkas/debug_green_A.png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44" y="713232"/>
            <a:ext cx="7754510" cy="5596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368/395  migkas/debug_points.png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1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369/395  migkas/debug_red_A.png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44" y="713232"/>
            <a:ext cx="7754510" cy="5596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370/395  migkas/digitised/digitisation_check_fig6.png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12" y="713232"/>
            <a:ext cx="639557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371/395  migkas/digitised/digitisation_check_fig7_TL.png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84313"/>
            <a:ext cx="11551919" cy="5053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372/395  migkas/digitised/digitisation_markers_on_page.png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91" y="713232"/>
            <a:ext cx="652881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373/395  migkas/digitised/fig7_TL_crop.png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16" y="713232"/>
            <a:ext cx="7274966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374/395  migkas/fig6_digitized_sanity.png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12" y="713232"/>
            <a:ext cx="639557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375/395  migkas/pub_maps/Fig10_11_subsamples.png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152" y="713232"/>
            <a:ext cx="5831693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376/395  migkas/pub_maps/Fig1_cluster_sky.png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146" y="713232"/>
            <a:ext cx="8297707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377/395  migkas/pub_maps/Fig20_page_region.png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78" y="713232"/>
            <a:ext cx="762104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378/395  migkas/pub_maps/Fig21_H0_map.png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950" y="713232"/>
            <a:ext cx="6992098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379/395  migkas/pub_maps/Fig21_page_region.png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78" y="713232"/>
            <a:ext cx="7621042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380/395  migkas/pub_maps/Fig22_ACC_XCS_H0.png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952" y="713232"/>
            <a:ext cx="718609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381/395  migkas/pub_maps/Fig8_A_cones_all_theta.png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10" y="713232"/>
            <a:ext cx="7945979" cy="5596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382/395  migkas/pub_maps/Fig9_significance_all_theta.png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991" y="713232"/>
            <a:ext cx="7394015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383/395  migkas/pub_maps/early-03.png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384/395  migkas/pub_maps/early-05.png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385/395  migkas/pub_maps/h0-23.png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386/395  migkas/pub_maps/h0-24.png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387/395  migkas/pub_maps/p-12.png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388/395  migkas/pub_maps/p-13.png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389/395  migkas/pub_maps/p-14.png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390/395  migkas/pub_maps/p-15.png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391/395  migkas/pub_maps/p-16.png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392/395  migkas/pub_maps/p-21.png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393/395  migkas/pub_maps/p-22.png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394/395  migkas/pub_maps/p-23.png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68" y="713232"/>
            <a:ext cx="3957261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46304"/>
            <a:ext cx="11731752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92A46"/>
                </a:solidFill>
                <a:latin typeface="Aptos"/>
              </a:rPr>
              <a:t>395/395  migkas/pub_maps/sky-04.png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603504"/>
            <a:ext cx="11731752" cy="10972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67" y="713232"/>
            <a:ext cx="3953264" cy="5596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519672"/>
            <a:ext cx="11731752" cy="21945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Aptos"/>
              </a:rPr>
              <a:t>Notes: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